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5" r:id="rId2"/>
    <p:sldId id="316" r:id="rId3"/>
    <p:sldId id="320" r:id="rId4"/>
    <p:sldId id="319" r:id="rId5"/>
    <p:sldId id="321" r:id="rId6"/>
    <p:sldId id="318" r:id="rId7"/>
    <p:sldId id="317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U, YANZHOU" initials="FY" lastIdx="1" clrIdx="0">
    <p:extLst>
      <p:ext uri="{19B8F6BF-5375-455C-9EA6-DF929625EA0E}">
        <p15:presenceInfo xmlns:p15="http://schemas.microsoft.com/office/powerpoint/2012/main" userId="S::YANZHOUF@email.sc.edu::af7b1635-813c-47b5-9391-3f3ac86943d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WDHURY, PUJA" userId="fa3d7a14-27ea-415b-88f5-06e8c7269ff7" providerId="ADAL" clId="{D4F1DDB3-7950-4BC2-AF79-D97A66FAFA67}"/>
    <pc:docChg chg="modSld">
      <pc:chgData name="CHOWDHURY, PUJA" userId="fa3d7a14-27ea-415b-88f5-06e8c7269ff7" providerId="ADAL" clId="{D4F1DDB3-7950-4BC2-AF79-D97A66FAFA67}" dt="2020-02-19T18:47:11.637" v="21" actId="20577"/>
      <pc:docMkLst>
        <pc:docMk/>
      </pc:docMkLst>
      <pc:sldChg chg="modSp">
        <pc:chgData name="CHOWDHURY, PUJA" userId="fa3d7a14-27ea-415b-88f5-06e8c7269ff7" providerId="ADAL" clId="{D4F1DDB3-7950-4BC2-AF79-D97A66FAFA67}" dt="2020-02-19T17:34:28.324" v="3" actId="20577"/>
        <pc:sldMkLst>
          <pc:docMk/>
          <pc:sldMk cId="0" sldId="265"/>
        </pc:sldMkLst>
        <pc:spChg chg="mod">
          <ac:chgData name="CHOWDHURY, PUJA" userId="fa3d7a14-27ea-415b-88f5-06e8c7269ff7" providerId="ADAL" clId="{D4F1DDB3-7950-4BC2-AF79-D97A66FAFA67}" dt="2020-02-19T17:34:28.324" v="3" actId="20577"/>
          <ac:spMkLst>
            <pc:docMk/>
            <pc:sldMk cId="0" sldId="265"/>
            <ac:spMk id="5" creationId="{7EAED5E9-EA13-4BD6-8EA3-96C074F28FD8}"/>
          </ac:spMkLst>
        </pc:spChg>
      </pc:sldChg>
      <pc:sldChg chg="modSp">
        <pc:chgData name="CHOWDHURY, PUJA" userId="fa3d7a14-27ea-415b-88f5-06e8c7269ff7" providerId="ADAL" clId="{D4F1DDB3-7950-4BC2-AF79-D97A66FAFA67}" dt="2020-02-19T18:42:51.384" v="6" actId="20577"/>
        <pc:sldMkLst>
          <pc:docMk/>
          <pc:sldMk cId="1363723647" sldId="285"/>
        </pc:sldMkLst>
        <pc:spChg chg="mod">
          <ac:chgData name="CHOWDHURY, PUJA" userId="fa3d7a14-27ea-415b-88f5-06e8c7269ff7" providerId="ADAL" clId="{D4F1DDB3-7950-4BC2-AF79-D97A66FAFA67}" dt="2020-02-19T18:42:51.384" v="6" actId="20577"/>
          <ac:spMkLst>
            <pc:docMk/>
            <pc:sldMk cId="1363723647" sldId="285"/>
            <ac:spMk id="3" creationId="{A926696E-C1D3-4DDA-890D-70BB1A24FB08}"/>
          </ac:spMkLst>
        </pc:spChg>
      </pc:sldChg>
      <pc:sldChg chg="modSp">
        <pc:chgData name="CHOWDHURY, PUJA" userId="fa3d7a14-27ea-415b-88f5-06e8c7269ff7" providerId="ADAL" clId="{D4F1DDB3-7950-4BC2-AF79-D97A66FAFA67}" dt="2020-02-19T18:44:19.600" v="12" actId="20577"/>
        <pc:sldMkLst>
          <pc:docMk/>
          <pc:sldMk cId="1457150" sldId="286"/>
        </pc:sldMkLst>
        <pc:spChg chg="mod">
          <ac:chgData name="CHOWDHURY, PUJA" userId="fa3d7a14-27ea-415b-88f5-06e8c7269ff7" providerId="ADAL" clId="{D4F1DDB3-7950-4BC2-AF79-D97A66FAFA67}" dt="2020-02-19T18:44:19.600" v="12" actId="20577"/>
          <ac:spMkLst>
            <pc:docMk/>
            <pc:sldMk cId="1457150" sldId="286"/>
            <ac:spMk id="3" creationId="{A926696E-C1D3-4DDA-890D-70BB1A24FB08}"/>
          </ac:spMkLst>
        </pc:spChg>
      </pc:sldChg>
      <pc:sldChg chg="modSp">
        <pc:chgData name="CHOWDHURY, PUJA" userId="fa3d7a14-27ea-415b-88f5-06e8c7269ff7" providerId="ADAL" clId="{D4F1DDB3-7950-4BC2-AF79-D97A66FAFA67}" dt="2020-02-19T18:44:24.307" v="13" actId="20577"/>
        <pc:sldMkLst>
          <pc:docMk/>
          <pc:sldMk cId="3652837182" sldId="287"/>
        </pc:sldMkLst>
        <pc:spChg chg="mod">
          <ac:chgData name="CHOWDHURY, PUJA" userId="fa3d7a14-27ea-415b-88f5-06e8c7269ff7" providerId="ADAL" clId="{D4F1DDB3-7950-4BC2-AF79-D97A66FAFA67}" dt="2020-02-19T18:44:24.307" v="13" actId="20577"/>
          <ac:spMkLst>
            <pc:docMk/>
            <pc:sldMk cId="3652837182" sldId="287"/>
            <ac:spMk id="3" creationId="{A926696E-C1D3-4DDA-890D-70BB1A24FB08}"/>
          </ac:spMkLst>
        </pc:spChg>
      </pc:sldChg>
      <pc:sldChg chg="modSp">
        <pc:chgData name="CHOWDHURY, PUJA" userId="fa3d7a14-27ea-415b-88f5-06e8c7269ff7" providerId="ADAL" clId="{D4F1DDB3-7950-4BC2-AF79-D97A66FAFA67}" dt="2020-02-19T18:43:01.340" v="8" actId="20577"/>
        <pc:sldMkLst>
          <pc:docMk/>
          <pc:sldMk cId="1181576025" sldId="288"/>
        </pc:sldMkLst>
        <pc:spChg chg="mod">
          <ac:chgData name="CHOWDHURY, PUJA" userId="fa3d7a14-27ea-415b-88f5-06e8c7269ff7" providerId="ADAL" clId="{D4F1DDB3-7950-4BC2-AF79-D97A66FAFA67}" dt="2020-02-19T18:43:01.340" v="8" actId="20577"/>
          <ac:spMkLst>
            <pc:docMk/>
            <pc:sldMk cId="1181576025" sldId="288"/>
            <ac:spMk id="3" creationId="{A926696E-C1D3-4DDA-890D-70BB1A24FB08}"/>
          </ac:spMkLst>
        </pc:spChg>
      </pc:sldChg>
      <pc:sldChg chg="modSp">
        <pc:chgData name="CHOWDHURY, PUJA" userId="fa3d7a14-27ea-415b-88f5-06e8c7269ff7" providerId="ADAL" clId="{D4F1DDB3-7950-4BC2-AF79-D97A66FAFA67}" dt="2020-02-19T18:47:11.637" v="21" actId="20577"/>
        <pc:sldMkLst>
          <pc:docMk/>
          <pc:sldMk cId="2387551774" sldId="289"/>
        </pc:sldMkLst>
        <pc:spChg chg="mod">
          <ac:chgData name="CHOWDHURY, PUJA" userId="fa3d7a14-27ea-415b-88f5-06e8c7269ff7" providerId="ADAL" clId="{D4F1DDB3-7950-4BC2-AF79-D97A66FAFA67}" dt="2020-02-19T18:47:11.637" v="21" actId="20577"/>
          <ac:spMkLst>
            <pc:docMk/>
            <pc:sldMk cId="2387551774" sldId="289"/>
            <ac:spMk id="3" creationId="{A926696E-C1D3-4DDA-890D-70BB1A24FB08}"/>
          </ac:spMkLst>
        </pc:spChg>
      </pc:sldChg>
      <pc:sldChg chg="modSp">
        <pc:chgData name="CHOWDHURY, PUJA" userId="fa3d7a14-27ea-415b-88f5-06e8c7269ff7" providerId="ADAL" clId="{D4F1DDB3-7950-4BC2-AF79-D97A66FAFA67}" dt="2020-02-19T18:44:11.499" v="11" actId="20577"/>
        <pc:sldMkLst>
          <pc:docMk/>
          <pc:sldMk cId="2189003319" sldId="290"/>
        </pc:sldMkLst>
        <pc:spChg chg="mod">
          <ac:chgData name="CHOWDHURY, PUJA" userId="fa3d7a14-27ea-415b-88f5-06e8c7269ff7" providerId="ADAL" clId="{D4F1DDB3-7950-4BC2-AF79-D97A66FAFA67}" dt="2020-02-19T18:44:11.499" v="11" actId="20577"/>
          <ac:spMkLst>
            <pc:docMk/>
            <pc:sldMk cId="2189003319" sldId="290"/>
            <ac:spMk id="3" creationId="{A926696E-C1D3-4DDA-890D-70BB1A24FB08}"/>
          </ac:spMkLst>
        </pc:spChg>
      </pc:sldChg>
      <pc:sldChg chg="modSp">
        <pc:chgData name="CHOWDHURY, PUJA" userId="fa3d7a14-27ea-415b-88f5-06e8c7269ff7" providerId="ADAL" clId="{D4F1DDB3-7950-4BC2-AF79-D97A66FAFA67}" dt="2020-02-19T18:44:31.074" v="15" actId="20577"/>
        <pc:sldMkLst>
          <pc:docMk/>
          <pc:sldMk cId="119355695" sldId="291"/>
        </pc:sldMkLst>
        <pc:spChg chg="mod">
          <ac:chgData name="CHOWDHURY, PUJA" userId="fa3d7a14-27ea-415b-88f5-06e8c7269ff7" providerId="ADAL" clId="{D4F1DDB3-7950-4BC2-AF79-D97A66FAFA67}" dt="2020-02-19T18:44:31.074" v="15" actId="20577"/>
          <ac:spMkLst>
            <pc:docMk/>
            <pc:sldMk cId="119355695" sldId="291"/>
            <ac:spMk id="3" creationId="{A926696E-C1D3-4DDA-890D-70BB1A24FB08}"/>
          </ac:spMkLst>
        </pc:spChg>
      </pc:sldChg>
      <pc:sldChg chg="modSp">
        <pc:chgData name="CHOWDHURY, PUJA" userId="fa3d7a14-27ea-415b-88f5-06e8c7269ff7" providerId="ADAL" clId="{D4F1DDB3-7950-4BC2-AF79-D97A66FAFA67}" dt="2020-02-19T18:44:37.153" v="17" actId="20577"/>
        <pc:sldMkLst>
          <pc:docMk/>
          <pc:sldMk cId="979488687" sldId="292"/>
        </pc:sldMkLst>
        <pc:spChg chg="mod">
          <ac:chgData name="CHOWDHURY, PUJA" userId="fa3d7a14-27ea-415b-88f5-06e8c7269ff7" providerId="ADAL" clId="{D4F1DDB3-7950-4BC2-AF79-D97A66FAFA67}" dt="2020-02-19T18:44:37.153" v="17" actId="20577"/>
          <ac:spMkLst>
            <pc:docMk/>
            <pc:sldMk cId="979488687" sldId="292"/>
            <ac:spMk id="3" creationId="{A926696E-C1D3-4DDA-890D-70BB1A24FB08}"/>
          </ac:spMkLst>
        </pc:spChg>
      </pc:sldChg>
      <pc:sldChg chg="modSp">
        <pc:chgData name="CHOWDHURY, PUJA" userId="fa3d7a14-27ea-415b-88f5-06e8c7269ff7" providerId="ADAL" clId="{D4F1DDB3-7950-4BC2-AF79-D97A66FAFA67}" dt="2020-02-19T18:44:42.733" v="19" actId="20577"/>
        <pc:sldMkLst>
          <pc:docMk/>
          <pc:sldMk cId="4016040258" sldId="293"/>
        </pc:sldMkLst>
        <pc:spChg chg="mod">
          <ac:chgData name="CHOWDHURY, PUJA" userId="fa3d7a14-27ea-415b-88f5-06e8c7269ff7" providerId="ADAL" clId="{D4F1DDB3-7950-4BC2-AF79-D97A66FAFA67}" dt="2020-02-19T18:44:42.733" v="19" actId="20577"/>
          <ac:spMkLst>
            <pc:docMk/>
            <pc:sldMk cId="4016040258" sldId="293"/>
            <ac:spMk id="3" creationId="{A926696E-C1D3-4DDA-890D-70BB1A24FB08}"/>
          </ac:spMkLst>
        </pc:spChg>
      </pc:sldChg>
    </pc:docChg>
  </pc:docChgLst>
  <pc:docChgLst>
    <pc:chgData name="SALEKIN, SIRAZUS" userId="S::ssalekin@email.sc.edu::92df5842-6592-4349-bfa5-cdff30c05614" providerId="AD" clId="Web-{F66F6E17-239C-C06F-734A-976AE41CE487}"/>
    <pc:docChg chg="modSld">
      <pc:chgData name="SALEKIN, SIRAZUS" userId="S::ssalekin@email.sc.edu::92df5842-6592-4349-bfa5-cdff30c05614" providerId="AD" clId="Web-{F66F6E17-239C-C06F-734A-976AE41CE487}" dt="2020-02-07T19:37:56.618" v="107" actId="20577"/>
      <pc:docMkLst>
        <pc:docMk/>
      </pc:docMkLst>
      <pc:sldChg chg="addSp delSp modSp">
        <pc:chgData name="SALEKIN, SIRAZUS" userId="S::ssalekin@email.sc.edu::92df5842-6592-4349-bfa5-cdff30c05614" providerId="AD" clId="Web-{F66F6E17-239C-C06F-734A-976AE41CE487}" dt="2020-02-07T19:37:56.618" v="107" actId="20577"/>
        <pc:sldMkLst>
          <pc:docMk/>
          <pc:sldMk cId="0" sldId="265"/>
        </pc:sldMkLst>
        <pc:spChg chg="add del mod">
          <ac:chgData name="SALEKIN, SIRAZUS" userId="S::ssalekin@email.sc.edu::92df5842-6592-4349-bfa5-cdff30c05614" providerId="AD" clId="Web-{F66F6E17-239C-C06F-734A-976AE41CE487}" dt="2020-02-07T19:37:51.774" v="77"/>
          <ac:spMkLst>
            <pc:docMk/>
            <pc:sldMk cId="0" sldId="265"/>
            <ac:spMk id="2" creationId="{7370D185-D7B6-4CD3-9BB5-B7C1495E543C}"/>
          </ac:spMkLst>
        </pc:spChg>
        <pc:spChg chg="mod">
          <ac:chgData name="SALEKIN, SIRAZUS" userId="S::ssalekin@email.sc.edu::92df5842-6592-4349-bfa5-cdff30c05614" providerId="AD" clId="Web-{F66F6E17-239C-C06F-734A-976AE41CE487}" dt="2020-02-07T19:37:56.618" v="107" actId="20577"/>
          <ac:spMkLst>
            <pc:docMk/>
            <pc:sldMk cId="0" sldId="265"/>
            <ac:spMk id="5" creationId="{7EAED5E9-EA13-4BD6-8EA3-96C074F28FD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38C9C-4B69-864E-9EEE-DFA43CC144D2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47A92-5E9C-F94E-8B11-4D34C67AD03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A61E-B1D6-C34D-A321-B3E90F6DE630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3E603-0EE4-3042-9661-047EB577E4A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734056"/>
            <a:ext cx="9144000" cy="2387600"/>
          </a:xfrm>
        </p:spPr>
        <p:txBody>
          <a:bodyPr anchor="b"/>
          <a:lstStyle>
            <a:lvl1pPr algn="ctr">
              <a:defRPr sz="6000">
                <a:latin typeface="Impact" panose="020B080603090205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139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" y="5991633"/>
            <a:ext cx="258783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09370" y="4429919"/>
            <a:ext cx="3173260" cy="21155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35332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2017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" y="6004322"/>
            <a:ext cx="266502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437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921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921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2834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8200" y="6005974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8200" y="6004322"/>
            <a:ext cx="2605644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76896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656521"/>
            <a:ext cx="10515600" cy="2187986"/>
          </a:xfrm>
        </p:spPr>
        <p:txBody>
          <a:bodyPr anchor="t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867949"/>
            <a:ext cx="5493794" cy="1500187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Email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5947" y="5555415"/>
            <a:ext cx="2892287" cy="12051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0043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0043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3"/>
          <a:srcRect l="6753" t="32288" r="7080" b="30327"/>
          <a:stretch>
            <a:fillRect/>
          </a:stretch>
        </p:blipFill>
        <p:spPr>
          <a:xfrm>
            <a:off x="9022846" y="5946775"/>
            <a:ext cx="2695388" cy="48728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AED5E9-EA13-4BD6-8EA3-96C074F28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RTML Meeting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93EAFFE4-7CEB-4548-AD5A-5C8FC20C9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2218" y="3661293"/>
            <a:ext cx="2327564" cy="763461"/>
          </a:xfrm>
        </p:spPr>
        <p:txBody>
          <a:bodyPr>
            <a:normAutofit/>
          </a:bodyPr>
          <a:lstStyle/>
          <a:p>
            <a:r>
              <a:rPr lang="en-US" dirty="0"/>
              <a:t>Austin Downey</a:t>
            </a: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EA59-B001-4CA8-9A5C-57ADA736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33B85-D897-46CC-904C-98F00F84BBF7}"/>
              </a:ext>
            </a:extLst>
          </p:cNvPr>
          <p:cNvSpPr txBox="1"/>
          <p:nvPr/>
        </p:nvSpPr>
        <p:spPr>
          <a:xfrm>
            <a:off x="544943" y="392435"/>
            <a:ext cx="11240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FFT running on FPGA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24-bit +/- 60v ADC with max rate of 50k S/s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1.33 GHz Dual-Core CPU, 4 GB Storage, </a:t>
            </a:r>
            <a:r>
              <a:rPr lang="en-US" sz="2400" dirty="0" err="1"/>
              <a:t>Artix</a:t>
            </a:r>
            <a:r>
              <a:rPr lang="en-US" sz="2400" dirty="0"/>
              <a:t> 7 100T FPGA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9AC1CD20-C940-411D-9F0F-3054FFDEB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90" b="7743"/>
          <a:stretch/>
        </p:blipFill>
        <p:spPr bwMode="auto">
          <a:xfrm>
            <a:off x="1450109" y="1897378"/>
            <a:ext cx="9144000" cy="457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17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EA59-B001-4CA8-9A5C-57ADA736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33B85-D897-46CC-904C-98F00F84BBF7}"/>
              </a:ext>
            </a:extLst>
          </p:cNvPr>
          <p:cNvSpPr txBox="1"/>
          <p:nvPr/>
        </p:nvSpPr>
        <p:spPr>
          <a:xfrm>
            <a:off x="309416" y="349063"/>
            <a:ext cx="1164705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FFT running on FPGA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40 MHz clock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5-7 ticks / sample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Could use 1 tick / sample if needed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Limited to a FFT length of 8192 with current code, 65536 is max value otherwise. </a:t>
            </a:r>
          </a:p>
          <a:p>
            <a:endParaRPr lang="en-US" sz="3600" dirty="0"/>
          </a:p>
          <a:p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967935-81F8-487F-8D03-1EF62582A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2473486"/>
            <a:ext cx="11720946" cy="417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01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EA59-B001-4CA8-9A5C-57ADA736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33B85-D897-46CC-904C-98F00F84BBF7}"/>
              </a:ext>
            </a:extLst>
          </p:cNvPr>
          <p:cNvSpPr txBox="1"/>
          <p:nvPr/>
        </p:nvSpPr>
        <p:spPr>
          <a:xfrm>
            <a:off x="461816" y="399013"/>
            <a:ext cx="53293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FFT length 2048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0.05 ms compute time for FFT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5B2B33-C831-414F-9DEF-2F458A911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27" y="1699490"/>
            <a:ext cx="11640555" cy="491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707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EA59-B001-4CA8-9A5C-57ADA736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33B85-D897-46CC-904C-98F00F84BBF7}"/>
              </a:ext>
            </a:extLst>
          </p:cNvPr>
          <p:cNvSpPr txBox="1"/>
          <p:nvPr/>
        </p:nvSpPr>
        <p:spPr>
          <a:xfrm>
            <a:off x="461816" y="399013"/>
            <a:ext cx="53293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FFT length 2048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0.05 ms compute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1BA2C-7A82-4797-8402-537AE6D5E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24378"/>
            <a:ext cx="10782300" cy="280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8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EA59-B001-4CA8-9A5C-57ADA736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29F23-0F97-43AB-B345-5045D34C6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44" y="1713778"/>
            <a:ext cx="11648521" cy="4890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F33B85-D897-46CC-904C-98F00F84BBF7}"/>
              </a:ext>
            </a:extLst>
          </p:cNvPr>
          <p:cNvSpPr txBox="1"/>
          <p:nvPr/>
        </p:nvSpPr>
        <p:spPr>
          <a:xfrm>
            <a:off x="443343" y="419133"/>
            <a:ext cx="53293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FFT length 4096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0.1 ms compute time for FFT</a:t>
            </a:r>
          </a:p>
        </p:txBody>
      </p:sp>
    </p:spTree>
    <p:extLst>
      <p:ext uri="{BB962C8B-B14F-4D97-AF65-F5344CB8AC3E}">
        <p14:creationId xmlns:p14="http://schemas.microsoft.com/office/powerpoint/2010/main" val="321429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EA59-B001-4CA8-9A5C-57ADA736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A3755D-3670-4539-ABA8-E92684AFA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18852"/>
            <a:ext cx="11582400" cy="48395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3645E1-3717-40BA-AA94-2F6FF92F94C3}"/>
              </a:ext>
            </a:extLst>
          </p:cNvPr>
          <p:cNvSpPr txBox="1"/>
          <p:nvPr/>
        </p:nvSpPr>
        <p:spPr>
          <a:xfrm>
            <a:off x="424871" y="461817"/>
            <a:ext cx="53293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FFT length 8192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0.2 ms compute time for FFT</a:t>
            </a:r>
          </a:p>
        </p:txBody>
      </p:sp>
    </p:spTree>
    <p:extLst>
      <p:ext uri="{BB962C8B-B14F-4D97-AF65-F5344CB8AC3E}">
        <p14:creationId xmlns:p14="http://schemas.microsoft.com/office/powerpoint/2010/main" val="2765371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EA59-B001-4CA8-9A5C-57ADA736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645E1-3717-40BA-AA94-2F6FF92F94C3}"/>
              </a:ext>
            </a:extLst>
          </p:cNvPr>
          <p:cNvSpPr txBox="1"/>
          <p:nvPr/>
        </p:nvSpPr>
        <p:spPr>
          <a:xfrm>
            <a:off x="6716242" y="4190138"/>
            <a:ext cx="53293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Desktop sort 254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0.056 ms compute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np.sort</a:t>
            </a:r>
            <a:r>
              <a:rPr lang="en-US" sz="2400" dirty="0"/>
              <a:t>() uses quicksort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DD0E28-1A53-4945-8BF1-F6AA387ED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06" y="1628677"/>
            <a:ext cx="6057901" cy="47675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E6F453-E8B9-4193-B67C-437F2DD48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156" y="1628677"/>
            <a:ext cx="5180918" cy="23657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257698-D22D-447C-8140-2B0E0F99C82C}"/>
              </a:ext>
            </a:extLst>
          </p:cNvPr>
          <p:cNvSpPr txBox="1"/>
          <p:nvPr/>
        </p:nvSpPr>
        <p:spPr>
          <a:xfrm>
            <a:off x="577271" y="614217"/>
            <a:ext cx="53293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Bubble sort 254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1.53 ms compute time</a:t>
            </a:r>
          </a:p>
        </p:txBody>
      </p:sp>
    </p:spTree>
    <p:extLst>
      <p:ext uri="{BB962C8B-B14F-4D97-AF65-F5344CB8AC3E}">
        <p14:creationId xmlns:p14="http://schemas.microsoft.com/office/powerpoint/2010/main" val="2849594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EA59-B001-4CA8-9A5C-57ADA736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645E1-3717-40BA-AA94-2F6FF92F94C3}"/>
              </a:ext>
            </a:extLst>
          </p:cNvPr>
          <p:cNvSpPr txBox="1"/>
          <p:nvPr/>
        </p:nvSpPr>
        <p:spPr>
          <a:xfrm>
            <a:off x="424871" y="461817"/>
            <a:ext cx="53293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Bubble sort 254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40 MHz clock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Could not compile higher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0D8F91-3A2A-4F99-8CD3-E4C468B29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94" y="1991663"/>
            <a:ext cx="11381831" cy="325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83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EA59-B001-4CA8-9A5C-57ADA736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645E1-3717-40BA-AA94-2F6FF92F94C3}"/>
              </a:ext>
            </a:extLst>
          </p:cNvPr>
          <p:cNvSpPr txBox="1"/>
          <p:nvPr/>
        </p:nvSpPr>
        <p:spPr>
          <a:xfrm>
            <a:off x="295938" y="298744"/>
            <a:ext cx="64931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Catch the top </a:t>
            </a:r>
            <a:r>
              <a:rPr lang="en-US" sz="3600" i="1" dirty="0"/>
              <a:t>n</a:t>
            </a:r>
            <a:r>
              <a:rPr lang="en-US" sz="3600" dirty="0"/>
              <a:t>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Stores the top n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Includes real, </a:t>
            </a:r>
            <a:r>
              <a:rPr lang="en-US" sz="2400" dirty="0" err="1"/>
              <a:t>Img</a:t>
            </a:r>
            <a:r>
              <a:rPr lang="en-US" sz="2400" dirty="0"/>
              <a:t>, and </a:t>
            </a:r>
            <a:r>
              <a:rPr lang="en-US" sz="2400" dirty="0" err="1"/>
              <a:t>fft</a:t>
            </a:r>
            <a:r>
              <a:rPr lang="en-US" sz="2400" dirty="0"/>
              <a:t> index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200 us for 100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159D01-FFFE-43EA-AA55-D4EB5793A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71" y="2066925"/>
            <a:ext cx="11471191" cy="449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036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EA59-B001-4CA8-9A5C-57ADA736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645E1-3717-40BA-AA94-2F6FF92F94C3}"/>
              </a:ext>
            </a:extLst>
          </p:cNvPr>
          <p:cNvSpPr txBox="1"/>
          <p:nvPr/>
        </p:nvSpPr>
        <p:spPr>
          <a:xfrm>
            <a:off x="301046" y="371936"/>
            <a:ext cx="72618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Catch the top </a:t>
            </a:r>
            <a:r>
              <a:rPr lang="en-US" sz="3600" i="1" dirty="0"/>
              <a:t>n</a:t>
            </a:r>
            <a:r>
              <a:rPr lang="en-US" sz="3600" dirty="0"/>
              <a:t>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8192 FFT points, stores top 100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1.68 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A413F1-385A-4BF5-9E7D-B0CB22679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63012"/>
            <a:ext cx="10515600" cy="45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93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EA59-B001-4CA8-9A5C-57ADA736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645E1-3717-40BA-AA94-2F6FF92F94C3}"/>
              </a:ext>
            </a:extLst>
          </p:cNvPr>
          <p:cNvSpPr txBox="1"/>
          <p:nvPr/>
        </p:nvSpPr>
        <p:spPr>
          <a:xfrm>
            <a:off x="424871" y="461817"/>
            <a:ext cx="53293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Catch the top </a:t>
            </a:r>
            <a:r>
              <a:rPr lang="en-US" sz="3600" i="1" dirty="0"/>
              <a:t>n</a:t>
            </a:r>
            <a:r>
              <a:rPr lang="en-US" sz="3600" dirty="0"/>
              <a:t>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40 MHz clock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DA7022-B204-4591-9D7E-136005CF5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72" y="2309959"/>
            <a:ext cx="6997382" cy="40862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AFF9B5-36DC-43F0-BD27-57616052C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71" y="2309959"/>
            <a:ext cx="4328722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51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EA59-B001-4CA8-9A5C-57ADA736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645E1-3717-40BA-AA94-2F6FF92F94C3}"/>
              </a:ext>
            </a:extLst>
          </p:cNvPr>
          <p:cNvSpPr txBox="1"/>
          <p:nvPr/>
        </p:nvSpPr>
        <p:spPr>
          <a:xfrm>
            <a:off x="424871" y="461817"/>
            <a:ext cx="53293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Bubble sort 254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40 MHz clock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Could not compile higher</a:t>
            </a:r>
          </a:p>
        </p:txBody>
      </p:sp>
    </p:spTree>
    <p:extLst>
      <p:ext uri="{BB962C8B-B14F-4D97-AF65-F5344CB8AC3E}">
        <p14:creationId xmlns:p14="http://schemas.microsoft.com/office/powerpoint/2010/main" val="3050117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EA59-B001-4CA8-9A5C-57ADA736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645E1-3717-40BA-AA94-2F6FF92F94C3}"/>
              </a:ext>
            </a:extLst>
          </p:cNvPr>
          <p:cNvSpPr txBox="1"/>
          <p:nvPr/>
        </p:nvSpPr>
        <p:spPr>
          <a:xfrm>
            <a:off x="424871" y="461817"/>
            <a:ext cx="53293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Bubble sort 254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40 MHz clock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Could not compile higher</a:t>
            </a:r>
          </a:p>
        </p:txBody>
      </p:sp>
    </p:spTree>
    <p:extLst>
      <p:ext uri="{BB962C8B-B14F-4D97-AF65-F5344CB8AC3E}">
        <p14:creationId xmlns:p14="http://schemas.microsoft.com/office/powerpoint/2010/main" val="646589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677601"/>
            <a:ext cx="10515600" cy="2187986"/>
          </a:xfrm>
        </p:spPr>
        <p:txBody>
          <a:bodyPr/>
          <a:lstStyle/>
          <a:p>
            <a:r>
              <a:rPr lang="en-US"/>
              <a:t>Thanks!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UofSC Simple Theme">
  <a:themeElements>
    <a:clrScheme name="Custom 1">
      <a:dk1>
        <a:srgbClr val="000000"/>
      </a:dk1>
      <a:lt1>
        <a:srgbClr val="FFFFFF"/>
      </a:lt1>
      <a:dk2>
        <a:srgbClr val="73000A"/>
      </a:dk2>
      <a:lt2>
        <a:srgbClr val="E7E6E6"/>
      </a:lt2>
      <a:accent1>
        <a:srgbClr val="0D3841"/>
      </a:accent1>
      <a:accent2>
        <a:srgbClr val="E23B38"/>
      </a:accent2>
      <a:accent3>
        <a:srgbClr val="759005"/>
      </a:accent3>
      <a:accent4>
        <a:srgbClr val="FFF89E"/>
      </a:accent4>
      <a:accent5>
        <a:srgbClr val="3277B6"/>
      </a:accent5>
      <a:accent6>
        <a:srgbClr val="C1D832"/>
      </a:accent6>
      <a:hlink>
        <a:srgbClr val="73000A"/>
      </a:hlink>
      <a:folHlink>
        <a:srgbClr val="E23B38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204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Impact</vt:lpstr>
      <vt:lpstr>UofSC Simple Theme</vt:lpstr>
      <vt:lpstr>RTML Meeting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WERTZ, BOB</dc:creator>
  <cp:lastModifiedBy>DOWNEY, AUSTIN</cp:lastModifiedBy>
  <cp:revision>18</cp:revision>
  <dcterms:created xsi:type="dcterms:W3CDTF">2019-01-28T19:01:00Z</dcterms:created>
  <dcterms:modified xsi:type="dcterms:W3CDTF">2020-11-23T17:30:56Z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